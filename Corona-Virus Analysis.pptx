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Cambria Bold" charset="1" panose="0204080305040603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7.pn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9.png" Type="http://schemas.openxmlformats.org/officeDocument/2006/relationships/image"/><Relationship Id="rId4" Target="../media/image3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1.png" Type="http://schemas.openxmlformats.org/officeDocument/2006/relationships/image"/><Relationship Id="rId4" Target="../media/image3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33914" y="1948561"/>
            <a:ext cx="6713781" cy="4982557"/>
          </a:xfrm>
          <a:custGeom>
            <a:avLst/>
            <a:gdLst/>
            <a:ahLst/>
            <a:cxnLst/>
            <a:rect r="r" b="b" t="t" l="l"/>
            <a:pathLst>
              <a:path h="4982557" w="6713781">
                <a:moveTo>
                  <a:pt x="0" y="0"/>
                </a:moveTo>
                <a:lnTo>
                  <a:pt x="6713780" y="0"/>
                </a:lnTo>
                <a:lnTo>
                  <a:pt x="6713780" y="4982556"/>
                </a:lnTo>
                <a:lnTo>
                  <a:pt x="0" y="49825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32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33914" y="7638910"/>
            <a:ext cx="13254268" cy="849927"/>
          </a:xfrm>
          <a:custGeom>
            <a:avLst/>
            <a:gdLst/>
            <a:ahLst/>
            <a:cxnLst/>
            <a:rect r="r" b="b" t="t" l="l"/>
            <a:pathLst>
              <a:path h="849927" w="13254268">
                <a:moveTo>
                  <a:pt x="0" y="0"/>
                </a:moveTo>
                <a:lnTo>
                  <a:pt x="13254268" y="0"/>
                </a:lnTo>
                <a:lnTo>
                  <a:pt x="13254268" y="849927"/>
                </a:lnTo>
                <a:lnTo>
                  <a:pt x="0" y="8499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867919" y="121442"/>
            <a:ext cx="4025845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QUESTION - 01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361922" y="64292"/>
            <a:ext cx="5078478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Corona Virus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19817" y="952500"/>
            <a:ext cx="6827877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W</a:t>
            </a:r>
            <a:r>
              <a:rPr lang="en-US" b="true" sz="3399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rite a code to check NULL values.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0" y="8812687"/>
            <a:ext cx="10595647" cy="1263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3"/>
              </a:lnSpc>
              <a:spcBef>
                <a:spcPct val="0"/>
              </a:spcBef>
            </a:pPr>
            <a:r>
              <a:rPr lang="en-US" b="true" sz="3595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•The</a:t>
            </a:r>
            <a:r>
              <a:rPr lang="en-US" b="true" sz="3595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re are no null values in given dataset.</a:t>
            </a:r>
          </a:p>
          <a:p>
            <a:pPr algn="ctr">
              <a:lnSpc>
                <a:spcPts val="5033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3943363" y="9172575"/>
            <a:ext cx="3915596" cy="690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4"/>
              </a:lnSpc>
              <a:spcBef>
                <a:spcPct val="0"/>
              </a:spcBef>
            </a:pPr>
            <a:r>
              <a:rPr lang="en-US" b="true" sz="4003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– By Ranjitha H 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33914" y="1889086"/>
            <a:ext cx="10703387" cy="5403152"/>
          </a:xfrm>
          <a:custGeom>
            <a:avLst/>
            <a:gdLst/>
            <a:ahLst/>
            <a:cxnLst/>
            <a:rect r="r" b="b" t="t" l="l"/>
            <a:pathLst>
              <a:path h="5403152" w="10703387">
                <a:moveTo>
                  <a:pt x="0" y="0"/>
                </a:moveTo>
                <a:lnTo>
                  <a:pt x="10703387" y="0"/>
                </a:lnTo>
                <a:lnTo>
                  <a:pt x="10703387" y="5403152"/>
                </a:lnTo>
                <a:lnTo>
                  <a:pt x="0" y="54031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20560" y="7606563"/>
            <a:ext cx="13254268" cy="849927"/>
          </a:xfrm>
          <a:custGeom>
            <a:avLst/>
            <a:gdLst/>
            <a:ahLst/>
            <a:cxnLst/>
            <a:rect r="r" b="b" t="t" l="l"/>
            <a:pathLst>
              <a:path h="849927" w="13254268">
                <a:moveTo>
                  <a:pt x="0" y="0"/>
                </a:moveTo>
                <a:lnTo>
                  <a:pt x="13254268" y="0"/>
                </a:lnTo>
                <a:lnTo>
                  <a:pt x="13254268" y="849928"/>
                </a:lnTo>
                <a:lnTo>
                  <a:pt x="0" y="8499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867919" y="121442"/>
            <a:ext cx="4025845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QUESTION - 02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361922" y="64292"/>
            <a:ext cx="5078478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Corona Virus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952500"/>
            <a:ext cx="14563009" cy="1189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If NULL values a</a:t>
            </a:r>
            <a:r>
              <a:rPr lang="en-US" b="true" sz="3399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re present, update them with zeros for all columns.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0" y="8812687"/>
            <a:ext cx="10595647" cy="1263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3"/>
              </a:lnSpc>
              <a:spcBef>
                <a:spcPct val="0"/>
              </a:spcBef>
            </a:pPr>
            <a:r>
              <a:rPr lang="en-US" b="true" sz="3595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•The</a:t>
            </a:r>
            <a:r>
              <a:rPr lang="en-US" b="true" sz="3595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re are no null values in given dataset.</a:t>
            </a:r>
          </a:p>
          <a:p>
            <a:pPr algn="ctr">
              <a:lnSpc>
                <a:spcPts val="5033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3943363" y="9172575"/>
            <a:ext cx="3915596" cy="690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4"/>
              </a:lnSpc>
              <a:spcBef>
                <a:spcPct val="0"/>
              </a:spcBef>
            </a:pPr>
            <a:r>
              <a:rPr lang="en-US" b="true" sz="4003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– By Ranjitha H 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19817" y="2575146"/>
            <a:ext cx="11668073" cy="1466410"/>
          </a:xfrm>
          <a:custGeom>
            <a:avLst/>
            <a:gdLst/>
            <a:ahLst/>
            <a:cxnLst/>
            <a:rect r="r" b="b" t="t" l="l"/>
            <a:pathLst>
              <a:path h="1466410" w="11668073">
                <a:moveTo>
                  <a:pt x="0" y="0"/>
                </a:moveTo>
                <a:lnTo>
                  <a:pt x="11668073" y="0"/>
                </a:lnTo>
                <a:lnTo>
                  <a:pt x="11668073" y="1466410"/>
                </a:lnTo>
                <a:lnTo>
                  <a:pt x="0" y="14664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59147" y="4834878"/>
            <a:ext cx="4738676" cy="1956334"/>
          </a:xfrm>
          <a:custGeom>
            <a:avLst/>
            <a:gdLst/>
            <a:ahLst/>
            <a:cxnLst/>
            <a:rect r="r" b="b" t="t" l="l"/>
            <a:pathLst>
              <a:path h="1956334" w="4738676">
                <a:moveTo>
                  <a:pt x="0" y="0"/>
                </a:moveTo>
                <a:lnTo>
                  <a:pt x="4738676" y="0"/>
                </a:lnTo>
                <a:lnTo>
                  <a:pt x="4738676" y="1956334"/>
                </a:lnTo>
                <a:lnTo>
                  <a:pt x="0" y="19563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867919" y="121442"/>
            <a:ext cx="4025845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QUESTION - 03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361922" y="64292"/>
            <a:ext cx="5078478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Corona Virus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4729" y="1310194"/>
            <a:ext cx="7933463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Numb</a:t>
            </a:r>
            <a:r>
              <a:rPr lang="en-US" b="true" sz="3399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er of month present in dataset.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943363" y="9172575"/>
            <a:ext cx="3915596" cy="690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4"/>
              </a:lnSpc>
              <a:spcBef>
                <a:spcPct val="0"/>
              </a:spcBef>
            </a:pPr>
            <a:r>
              <a:rPr lang="en-US" b="true" sz="4003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– By Ranjitha H 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65499" y="2671577"/>
            <a:ext cx="10128266" cy="1868527"/>
          </a:xfrm>
          <a:custGeom>
            <a:avLst/>
            <a:gdLst/>
            <a:ahLst/>
            <a:cxnLst/>
            <a:rect r="r" b="b" t="t" l="l"/>
            <a:pathLst>
              <a:path h="1868527" w="10128266">
                <a:moveTo>
                  <a:pt x="0" y="0"/>
                </a:moveTo>
                <a:lnTo>
                  <a:pt x="10128265" y="0"/>
                </a:lnTo>
                <a:lnTo>
                  <a:pt x="10128265" y="1868527"/>
                </a:lnTo>
                <a:lnTo>
                  <a:pt x="0" y="18685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65499" y="5464485"/>
            <a:ext cx="4292864" cy="1862941"/>
          </a:xfrm>
          <a:custGeom>
            <a:avLst/>
            <a:gdLst/>
            <a:ahLst/>
            <a:cxnLst/>
            <a:rect r="r" b="b" t="t" l="l"/>
            <a:pathLst>
              <a:path h="1862941" w="4292864">
                <a:moveTo>
                  <a:pt x="0" y="0"/>
                </a:moveTo>
                <a:lnTo>
                  <a:pt x="4292864" y="0"/>
                </a:lnTo>
                <a:lnTo>
                  <a:pt x="4292864" y="1862941"/>
                </a:lnTo>
                <a:lnTo>
                  <a:pt x="0" y="18629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867919" y="121442"/>
            <a:ext cx="4025845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QUESTION - 04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361922" y="64292"/>
            <a:ext cx="5078478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Corona Virus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95041" y="1318402"/>
            <a:ext cx="6366006" cy="667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77"/>
              </a:lnSpc>
              <a:spcBef>
                <a:spcPct val="0"/>
              </a:spcBef>
            </a:pPr>
            <a:r>
              <a:rPr lang="en-US" b="true" sz="3912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C</a:t>
            </a:r>
            <a:r>
              <a:rPr lang="en-US" b="true" sz="3912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heck total number of rows.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943363" y="9172575"/>
            <a:ext cx="3915596" cy="690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4"/>
              </a:lnSpc>
              <a:spcBef>
                <a:spcPct val="0"/>
              </a:spcBef>
            </a:pPr>
            <a:r>
              <a:rPr lang="en-US" b="true" sz="4003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– By Ranjitha H 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33914" y="2106968"/>
            <a:ext cx="10119908" cy="3451421"/>
          </a:xfrm>
          <a:custGeom>
            <a:avLst/>
            <a:gdLst/>
            <a:ahLst/>
            <a:cxnLst/>
            <a:rect r="r" b="b" t="t" l="l"/>
            <a:pathLst>
              <a:path h="3451421" w="10119908">
                <a:moveTo>
                  <a:pt x="0" y="0"/>
                </a:moveTo>
                <a:lnTo>
                  <a:pt x="10119908" y="0"/>
                </a:lnTo>
                <a:lnTo>
                  <a:pt x="10119908" y="3451422"/>
                </a:lnTo>
                <a:lnTo>
                  <a:pt x="0" y="34514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04130" y="6034640"/>
            <a:ext cx="7171153" cy="1982613"/>
          </a:xfrm>
          <a:custGeom>
            <a:avLst/>
            <a:gdLst/>
            <a:ahLst/>
            <a:cxnLst/>
            <a:rect r="r" b="b" t="t" l="l"/>
            <a:pathLst>
              <a:path h="1982613" w="7171153">
                <a:moveTo>
                  <a:pt x="0" y="0"/>
                </a:moveTo>
                <a:lnTo>
                  <a:pt x="7171153" y="0"/>
                </a:lnTo>
                <a:lnTo>
                  <a:pt x="7171153" y="1982613"/>
                </a:lnTo>
                <a:lnTo>
                  <a:pt x="0" y="19826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867919" y="121442"/>
            <a:ext cx="4025845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QUESTION - 05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361922" y="64292"/>
            <a:ext cx="5078478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Corona Virus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33914" y="1304102"/>
            <a:ext cx="7454861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Ch</a:t>
            </a:r>
            <a:r>
              <a:rPr lang="en-US" b="true" sz="3399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eck what is start date and end date.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943363" y="9172575"/>
            <a:ext cx="3915596" cy="690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4"/>
              </a:lnSpc>
              <a:spcBef>
                <a:spcPct val="0"/>
              </a:spcBef>
            </a:pPr>
            <a:r>
              <a:rPr lang="en-US" b="true" sz="4003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– By Ranjitha H 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33914" y="1856740"/>
            <a:ext cx="8346928" cy="6603408"/>
          </a:xfrm>
          <a:custGeom>
            <a:avLst/>
            <a:gdLst/>
            <a:ahLst/>
            <a:cxnLst/>
            <a:rect r="r" b="b" t="t" l="l"/>
            <a:pathLst>
              <a:path h="6603408" w="8346928">
                <a:moveTo>
                  <a:pt x="0" y="0"/>
                </a:moveTo>
                <a:lnTo>
                  <a:pt x="8346928" y="0"/>
                </a:lnTo>
                <a:lnTo>
                  <a:pt x="8346928" y="6603409"/>
                </a:lnTo>
                <a:lnTo>
                  <a:pt x="0" y="66034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40417" y="3533483"/>
            <a:ext cx="6757161" cy="5724817"/>
          </a:xfrm>
          <a:custGeom>
            <a:avLst/>
            <a:gdLst/>
            <a:ahLst/>
            <a:cxnLst/>
            <a:rect r="r" b="b" t="t" l="l"/>
            <a:pathLst>
              <a:path h="5724817" w="6757161">
                <a:moveTo>
                  <a:pt x="0" y="0"/>
                </a:moveTo>
                <a:lnTo>
                  <a:pt x="6757161" y="0"/>
                </a:lnTo>
                <a:lnTo>
                  <a:pt x="6757161" y="5724817"/>
                </a:lnTo>
                <a:lnTo>
                  <a:pt x="0" y="57248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867919" y="121442"/>
            <a:ext cx="4025845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QUESTION - 06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361922" y="64292"/>
            <a:ext cx="5078478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Corona Virus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952500"/>
            <a:ext cx="15237502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F</a:t>
            </a:r>
            <a:r>
              <a:rPr lang="en-US" b="true" sz="3399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ind most frequent value for confirmed, deaths, recovered each month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943363" y="9172575"/>
            <a:ext cx="3915596" cy="690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4"/>
              </a:lnSpc>
              <a:spcBef>
                <a:spcPct val="0"/>
              </a:spcBef>
            </a:pPr>
            <a:r>
              <a:rPr lang="en-US" b="true" sz="4003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– By Ranjitha H 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33914" y="1899829"/>
            <a:ext cx="8610086" cy="7115180"/>
          </a:xfrm>
          <a:custGeom>
            <a:avLst/>
            <a:gdLst/>
            <a:ahLst/>
            <a:cxnLst/>
            <a:rect r="r" b="b" t="t" l="l"/>
            <a:pathLst>
              <a:path h="7115180" w="8610086">
                <a:moveTo>
                  <a:pt x="0" y="0"/>
                </a:moveTo>
                <a:lnTo>
                  <a:pt x="8610086" y="0"/>
                </a:lnTo>
                <a:lnTo>
                  <a:pt x="8610086" y="7115180"/>
                </a:lnTo>
                <a:lnTo>
                  <a:pt x="0" y="71151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448762" y="2142490"/>
            <a:ext cx="7826320" cy="7126866"/>
          </a:xfrm>
          <a:custGeom>
            <a:avLst/>
            <a:gdLst/>
            <a:ahLst/>
            <a:cxnLst/>
            <a:rect r="r" b="b" t="t" l="l"/>
            <a:pathLst>
              <a:path h="7126866" w="7826320">
                <a:moveTo>
                  <a:pt x="0" y="0"/>
                </a:moveTo>
                <a:lnTo>
                  <a:pt x="7826320" y="0"/>
                </a:lnTo>
                <a:lnTo>
                  <a:pt x="7826320" y="7126866"/>
                </a:lnTo>
                <a:lnTo>
                  <a:pt x="0" y="71268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867919" y="121442"/>
            <a:ext cx="4025845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QUESTION - 07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361922" y="64292"/>
            <a:ext cx="5078478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Corona Virus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952500"/>
            <a:ext cx="12189844" cy="1189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F</a:t>
            </a:r>
            <a:r>
              <a:rPr lang="en-US" b="true" sz="3399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ind monthly average for confirmed, deaths, recovered.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3943363" y="9172575"/>
            <a:ext cx="3915596" cy="690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4"/>
              </a:lnSpc>
              <a:spcBef>
                <a:spcPct val="0"/>
              </a:spcBef>
            </a:pPr>
            <a:r>
              <a:rPr lang="en-US" b="true" sz="4003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– By Ranjitha H 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33914" y="1856740"/>
            <a:ext cx="9154969" cy="7401560"/>
          </a:xfrm>
          <a:custGeom>
            <a:avLst/>
            <a:gdLst/>
            <a:ahLst/>
            <a:cxnLst/>
            <a:rect r="r" b="b" t="t" l="l"/>
            <a:pathLst>
              <a:path h="7401560" w="9154969">
                <a:moveTo>
                  <a:pt x="0" y="0"/>
                </a:moveTo>
                <a:lnTo>
                  <a:pt x="9154969" y="0"/>
                </a:lnTo>
                <a:lnTo>
                  <a:pt x="9154969" y="7401560"/>
                </a:lnTo>
                <a:lnTo>
                  <a:pt x="0" y="74015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175992" y="2526092"/>
            <a:ext cx="7224380" cy="6732208"/>
          </a:xfrm>
          <a:custGeom>
            <a:avLst/>
            <a:gdLst/>
            <a:ahLst/>
            <a:cxnLst/>
            <a:rect r="r" b="b" t="t" l="l"/>
            <a:pathLst>
              <a:path h="6732208" w="7224380">
                <a:moveTo>
                  <a:pt x="0" y="0"/>
                </a:moveTo>
                <a:lnTo>
                  <a:pt x="7224380" y="0"/>
                </a:lnTo>
                <a:lnTo>
                  <a:pt x="7224380" y="6732208"/>
                </a:lnTo>
                <a:lnTo>
                  <a:pt x="0" y="67322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867919" y="121442"/>
            <a:ext cx="4025845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QUESTION - 08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361922" y="64292"/>
            <a:ext cx="5078478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Corona Virus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952500"/>
            <a:ext cx="13788182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Find min</a:t>
            </a:r>
            <a:r>
              <a:rPr lang="en-US" b="true" sz="3399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imum values for confirmed, deaths, recovered per year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943363" y="9172575"/>
            <a:ext cx="3915596" cy="690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4"/>
              </a:lnSpc>
              <a:spcBef>
                <a:spcPct val="0"/>
              </a:spcBef>
            </a:pPr>
            <a:r>
              <a:rPr lang="en-US" b="true" sz="4003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– By Ranjitha H 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19817" y="1710766"/>
            <a:ext cx="8461025" cy="6911437"/>
          </a:xfrm>
          <a:custGeom>
            <a:avLst/>
            <a:gdLst/>
            <a:ahLst/>
            <a:cxnLst/>
            <a:rect r="r" b="b" t="t" l="l"/>
            <a:pathLst>
              <a:path h="6911437" w="8461025">
                <a:moveTo>
                  <a:pt x="0" y="0"/>
                </a:moveTo>
                <a:lnTo>
                  <a:pt x="8461025" y="0"/>
                </a:lnTo>
                <a:lnTo>
                  <a:pt x="8461025" y="6911437"/>
                </a:lnTo>
                <a:lnTo>
                  <a:pt x="0" y="69114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90319" y="2271890"/>
            <a:ext cx="7943206" cy="6986410"/>
          </a:xfrm>
          <a:custGeom>
            <a:avLst/>
            <a:gdLst/>
            <a:ahLst/>
            <a:cxnLst/>
            <a:rect r="r" b="b" t="t" l="l"/>
            <a:pathLst>
              <a:path h="6986410" w="7943206">
                <a:moveTo>
                  <a:pt x="0" y="0"/>
                </a:moveTo>
                <a:lnTo>
                  <a:pt x="7943206" y="0"/>
                </a:lnTo>
                <a:lnTo>
                  <a:pt x="7943206" y="6986410"/>
                </a:lnTo>
                <a:lnTo>
                  <a:pt x="0" y="69864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867919" y="121442"/>
            <a:ext cx="4025845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QUESTION - 09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361922" y="64292"/>
            <a:ext cx="5078478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Corona Virus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952500"/>
            <a:ext cx="12787723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Total Confirmed, Deaths &amp; Recovered Cases across months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943363" y="9172575"/>
            <a:ext cx="3915596" cy="690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4"/>
              </a:lnSpc>
              <a:spcBef>
                <a:spcPct val="0"/>
              </a:spcBef>
            </a:pPr>
            <a:r>
              <a:rPr lang="en-US" b="true" sz="4003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– By Ranjitha H 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33914" y="2599618"/>
            <a:ext cx="11244217" cy="3580320"/>
          </a:xfrm>
          <a:custGeom>
            <a:avLst/>
            <a:gdLst/>
            <a:ahLst/>
            <a:cxnLst/>
            <a:rect r="r" b="b" t="t" l="l"/>
            <a:pathLst>
              <a:path h="3580320" w="11244217">
                <a:moveTo>
                  <a:pt x="0" y="0"/>
                </a:moveTo>
                <a:lnTo>
                  <a:pt x="11244216" y="0"/>
                </a:lnTo>
                <a:lnTo>
                  <a:pt x="11244216" y="3580320"/>
                </a:lnTo>
                <a:lnTo>
                  <a:pt x="0" y="35803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33914" y="7141933"/>
            <a:ext cx="10808300" cy="794485"/>
          </a:xfrm>
          <a:custGeom>
            <a:avLst/>
            <a:gdLst/>
            <a:ahLst/>
            <a:cxnLst/>
            <a:rect r="r" b="b" t="t" l="l"/>
            <a:pathLst>
              <a:path h="794485" w="10808300">
                <a:moveTo>
                  <a:pt x="0" y="0"/>
                </a:moveTo>
                <a:lnTo>
                  <a:pt x="10808300" y="0"/>
                </a:lnTo>
                <a:lnTo>
                  <a:pt x="10808300" y="794484"/>
                </a:lnTo>
                <a:lnTo>
                  <a:pt x="0" y="7944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867919" y="121442"/>
            <a:ext cx="4025845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QUESTION - 10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361922" y="64292"/>
            <a:ext cx="5078478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Corona Virus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875235"/>
            <a:ext cx="14410822" cy="1189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Check how co</a:t>
            </a:r>
            <a:r>
              <a:rPr lang="en-US" b="true" sz="3399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rona virus spread out with respect to confirmed case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(Eg.: total confirmed cases, their average, variance &amp; STDEV)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6896" y="2619164"/>
            <a:ext cx="8262496" cy="4907798"/>
          </a:xfrm>
          <a:custGeom>
            <a:avLst/>
            <a:gdLst/>
            <a:ahLst/>
            <a:cxnLst/>
            <a:rect r="r" b="b" t="t" l="l"/>
            <a:pathLst>
              <a:path h="4907798" w="8262496">
                <a:moveTo>
                  <a:pt x="0" y="0"/>
                </a:moveTo>
                <a:lnTo>
                  <a:pt x="8262496" y="0"/>
                </a:lnTo>
                <a:lnTo>
                  <a:pt x="8262496" y="4907798"/>
                </a:lnTo>
                <a:lnTo>
                  <a:pt x="0" y="49077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5427866"/>
            <a:ext cx="8049250" cy="4198194"/>
          </a:xfrm>
          <a:custGeom>
            <a:avLst/>
            <a:gdLst/>
            <a:ahLst/>
            <a:cxnLst/>
            <a:rect r="r" b="b" t="t" l="l"/>
            <a:pathLst>
              <a:path h="4198194" w="8049250">
                <a:moveTo>
                  <a:pt x="0" y="0"/>
                </a:moveTo>
                <a:lnTo>
                  <a:pt x="8049250" y="0"/>
                </a:lnTo>
                <a:lnTo>
                  <a:pt x="8049250" y="4198193"/>
                </a:lnTo>
                <a:lnTo>
                  <a:pt x="0" y="41981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867919" y="121442"/>
            <a:ext cx="4025845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QUESTION - 11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361922" y="64292"/>
            <a:ext cx="5078478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Corona Virus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952500"/>
            <a:ext cx="14778715" cy="1790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Check how co</a:t>
            </a:r>
            <a:r>
              <a:rPr lang="en-US" b="true" sz="3399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rona virus spread out with respect to Confirmed case per month Eg.: total confirmed cases, their average, variance &amp; STDEV)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4960" y="2494807"/>
            <a:ext cx="8149462" cy="5274373"/>
          </a:xfrm>
          <a:custGeom>
            <a:avLst/>
            <a:gdLst/>
            <a:ahLst/>
            <a:cxnLst/>
            <a:rect r="r" b="b" t="t" l="l"/>
            <a:pathLst>
              <a:path h="5274373" w="8149462">
                <a:moveTo>
                  <a:pt x="0" y="0"/>
                </a:moveTo>
                <a:lnTo>
                  <a:pt x="8149463" y="0"/>
                </a:lnTo>
                <a:lnTo>
                  <a:pt x="8149463" y="5274372"/>
                </a:lnTo>
                <a:lnTo>
                  <a:pt x="0" y="52743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732875" y="5446808"/>
            <a:ext cx="7825252" cy="4644743"/>
          </a:xfrm>
          <a:custGeom>
            <a:avLst/>
            <a:gdLst/>
            <a:ahLst/>
            <a:cxnLst/>
            <a:rect r="r" b="b" t="t" l="l"/>
            <a:pathLst>
              <a:path h="4644743" w="7825252">
                <a:moveTo>
                  <a:pt x="0" y="0"/>
                </a:moveTo>
                <a:lnTo>
                  <a:pt x="7825252" y="0"/>
                </a:lnTo>
                <a:lnTo>
                  <a:pt x="7825252" y="4644743"/>
                </a:lnTo>
                <a:lnTo>
                  <a:pt x="0" y="46447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867919" y="121442"/>
            <a:ext cx="4025845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QUESTION - 12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361922" y="64292"/>
            <a:ext cx="5078478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Corona Virus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952500"/>
            <a:ext cx="15139191" cy="1790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Check how co</a:t>
            </a:r>
            <a:r>
              <a:rPr lang="en-US" b="true" sz="3399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rona virus spread out with respect to Death case per month Eg.: total confirmed cases, their average, variance &amp; STDEV)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33914" y="2185526"/>
            <a:ext cx="10962500" cy="3979214"/>
          </a:xfrm>
          <a:custGeom>
            <a:avLst/>
            <a:gdLst/>
            <a:ahLst/>
            <a:cxnLst/>
            <a:rect r="r" b="b" t="t" l="l"/>
            <a:pathLst>
              <a:path h="3979214" w="10962500">
                <a:moveTo>
                  <a:pt x="0" y="0"/>
                </a:moveTo>
                <a:lnTo>
                  <a:pt x="10962499" y="0"/>
                </a:lnTo>
                <a:lnTo>
                  <a:pt x="10962499" y="3979214"/>
                </a:lnTo>
                <a:lnTo>
                  <a:pt x="0" y="39792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10948" y="6164740"/>
            <a:ext cx="7748352" cy="3874176"/>
          </a:xfrm>
          <a:custGeom>
            <a:avLst/>
            <a:gdLst/>
            <a:ahLst/>
            <a:cxnLst/>
            <a:rect r="r" b="b" t="t" l="l"/>
            <a:pathLst>
              <a:path h="3874176" w="7748352">
                <a:moveTo>
                  <a:pt x="0" y="0"/>
                </a:moveTo>
                <a:lnTo>
                  <a:pt x="7748352" y="0"/>
                </a:lnTo>
                <a:lnTo>
                  <a:pt x="7748352" y="3874177"/>
                </a:lnTo>
                <a:lnTo>
                  <a:pt x="0" y="38741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867919" y="121442"/>
            <a:ext cx="4025845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QUESTION - 13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361922" y="64292"/>
            <a:ext cx="5078478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Corona Virus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952500"/>
            <a:ext cx="12812483" cy="1189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F</a:t>
            </a:r>
            <a:r>
              <a:rPr lang="en-US" b="true" sz="3399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ind Country having highest number of the Confirmed case.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33914" y="1730398"/>
            <a:ext cx="8978831" cy="5218008"/>
          </a:xfrm>
          <a:custGeom>
            <a:avLst/>
            <a:gdLst/>
            <a:ahLst/>
            <a:cxnLst/>
            <a:rect r="r" b="b" t="t" l="l"/>
            <a:pathLst>
              <a:path h="5218008" w="8978831">
                <a:moveTo>
                  <a:pt x="0" y="0"/>
                </a:moveTo>
                <a:lnTo>
                  <a:pt x="8978831" y="0"/>
                </a:lnTo>
                <a:lnTo>
                  <a:pt x="8978831" y="5218008"/>
                </a:lnTo>
                <a:lnTo>
                  <a:pt x="0" y="52180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12745" y="6195267"/>
            <a:ext cx="8443342" cy="3803136"/>
          </a:xfrm>
          <a:custGeom>
            <a:avLst/>
            <a:gdLst/>
            <a:ahLst/>
            <a:cxnLst/>
            <a:rect r="r" b="b" t="t" l="l"/>
            <a:pathLst>
              <a:path h="3803136" w="8443342">
                <a:moveTo>
                  <a:pt x="0" y="0"/>
                </a:moveTo>
                <a:lnTo>
                  <a:pt x="8443342" y="0"/>
                </a:lnTo>
                <a:lnTo>
                  <a:pt x="8443342" y="3803136"/>
                </a:lnTo>
                <a:lnTo>
                  <a:pt x="0" y="38031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7141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867919" y="121442"/>
            <a:ext cx="4025845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QUESTION - 14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361922" y="64292"/>
            <a:ext cx="5078478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Corona Virus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952500"/>
            <a:ext cx="10893764" cy="1189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Count</a:t>
            </a:r>
            <a:r>
              <a:rPr lang="en-US" b="true" sz="3399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ry having lowest number of the death case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19817" y="2104154"/>
            <a:ext cx="10993321" cy="4141959"/>
          </a:xfrm>
          <a:custGeom>
            <a:avLst/>
            <a:gdLst/>
            <a:ahLst/>
            <a:cxnLst/>
            <a:rect r="r" b="b" t="t" l="l"/>
            <a:pathLst>
              <a:path h="4141959" w="10993321">
                <a:moveTo>
                  <a:pt x="0" y="0"/>
                </a:moveTo>
                <a:lnTo>
                  <a:pt x="10993320" y="0"/>
                </a:lnTo>
                <a:lnTo>
                  <a:pt x="10993320" y="4141959"/>
                </a:lnTo>
                <a:lnTo>
                  <a:pt x="0" y="41419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863957" y="6504030"/>
            <a:ext cx="7758671" cy="3782970"/>
          </a:xfrm>
          <a:custGeom>
            <a:avLst/>
            <a:gdLst/>
            <a:ahLst/>
            <a:cxnLst/>
            <a:rect r="r" b="b" t="t" l="l"/>
            <a:pathLst>
              <a:path h="3782970" w="7758671">
                <a:moveTo>
                  <a:pt x="0" y="0"/>
                </a:moveTo>
                <a:lnTo>
                  <a:pt x="7758672" y="0"/>
                </a:lnTo>
                <a:lnTo>
                  <a:pt x="7758672" y="3782970"/>
                </a:lnTo>
                <a:lnTo>
                  <a:pt x="0" y="37829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6345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867919" y="121442"/>
            <a:ext cx="4025845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QUESTION - 15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361922" y="64292"/>
            <a:ext cx="5078478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Corona Virus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19817" y="952500"/>
            <a:ext cx="10321924" cy="1189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F</a:t>
            </a:r>
            <a:r>
              <a:rPr lang="en-US" b="true" sz="3399">
                <a:solidFill>
                  <a:srgbClr val="FFFFFE"/>
                </a:solidFill>
                <a:latin typeface="Cambria Bold"/>
                <a:ea typeface="Cambria Bold"/>
                <a:cs typeface="Cambria Bold"/>
                <a:sym typeface="Cambria Bold"/>
              </a:rPr>
              <a:t>ind top 5 countries having highest recovered case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0" t="0" r="-625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73060" y="2670190"/>
            <a:ext cx="13741879" cy="6338442"/>
          </a:xfrm>
          <a:custGeom>
            <a:avLst/>
            <a:gdLst/>
            <a:ahLst/>
            <a:cxnLst/>
            <a:rect r="r" b="b" t="t" l="l"/>
            <a:pathLst>
              <a:path h="6338442" w="13741879">
                <a:moveTo>
                  <a:pt x="0" y="0"/>
                </a:moveTo>
                <a:lnTo>
                  <a:pt x="13741880" y="0"/>
                </a:lnTo>
                <a:lnTo>
                  <a:pt x="13741880" y="6338442"/>
                </a:lnTo>
                <a:lnTo>
                  <a:pt x="0" y="63384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690161" y="1028700"/>
            <a:ext cx="8207057" cy="1382833"/>
          </a:xfrm>
          <a:custGeom>
            <a:avLst/>
            <a:gdLst/>
            <a:ahLst/>
            <a:cxnLst/>
            <a:rect r="r" b="b" t="t" l="l"/>
            <a:pathLst>
              <a:path h="1382833" w="8207057">
                <a:moveTo>
                  <a:pt x="0" y="0"/>
                </a:moveTo>
                <a:lnTo>
                  <a:pt x="8207057" y="0"/>
                </a:lnTo>
                <a:lnTo>
                  <a:pt x="8207057" y="1382833"/>
                </a:lnTo>
                <a:lnTo>
                  <a:pt x="0" y="13828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DAHCrbwjL64</dc:identifier>
  <dcterms:modified xsi:type="dcterms:W3CDTF">2011-08-01T06:04:30Z</dcterms:modified>
  <cp:revision>1</cp:revision>
  <dc:title>Corona-Virus Analysis</dc:title>
</cp:coreProperties>
</file>